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63715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0296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25971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4321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27890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71824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5703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92005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84669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39488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5040483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197598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20597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42035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266580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60829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9920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0AF9896-7942-4C83-BEF8-A9682B81D032}" type="datetimeFigureOut">
              <a:rPr lang="es-AR" smtClean="0"/>
              <a:t>11/11/2025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F2A01461-5982-47D2-B8FA-6A14D09D5DB5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489709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DCBC2F-6AF6-4DA2-AAE7-28B289288B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E6814F1-D1AC-450F-8036-E29A2B9CD3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988619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lla">
  <a:themeElements>
    <a:clrScheme name="Mall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all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all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TM03457485[[fn=Malla]]</Template>
  <TotalTime>46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Malla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Franco Crovetto</dc:creator>
  <cp:lastModifiedBy>Franco Crovetto</cp:lastModifiedBy>
  <cp:revision>3</cp:revision>
  <dcterms:created xsi:type="dcterms:W3CDTF">2025-11-12T00:14:00Z</dcterms:created>
  <dcterms:modified xsi:type="dcterms:W3CDTF">2025-11-12T01:00:12Z</dcterms:modified>
</cp:coreProperties>
</file>